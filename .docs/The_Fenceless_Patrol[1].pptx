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oElBm49Iab3p5OO6GWxOsyF9S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881b83b2d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g39881b83b2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881b83b2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g39881b83b2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81b83b2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g39881b83b2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881b83b2d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9881b83b2d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881b83b2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9881b83b2d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81b83b2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9881b83b2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881b83b2d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9881b83b2d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881b83b2d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9881b83b2d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881b83b2d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9881b83b2d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81b83b2d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9881b83b2d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881b83b2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9881b83b2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881b83b2d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9881b83b2d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26"/>
          <p:cNvPicPr preferRelativeResize="0"/>
          <p:nvPr/>
        </p:nvPicPr>
        <p:blipFill rotWithShape="1">
          <a:blip r:embed="rId2">
            <a:alphaModFix/>
          </a:blip>
          <a:srcRect l="29347" t="38034" r="27328" b="41423"/>
          <a:stretch/>
        </p:blipFill>
        <p:spPr>
          <a:xfrm>
            <a:off x="1185450" y="737425"/>
            <a:ext cx="6773076" cy="3211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6"/>
          <p:cNvPicPr preferRelativeResize="0"/>
          <p:nvPr/>
        </p:nvPicPr>
        <p:blipFill rotWithShape="1">
          <a:blip r:embed="rId3">
            <a:alphaModFix/>
          </a:blip>
          <a:srcRect b="91250"/>
          <a:stretch/>
        </p:blipFill>
        <p:spPr>
          <a:xfrm>
            <a:off x="1775125" y="3701987"/>
            <a:ext cx="5718749" cy="707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82231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" name="Google Shape;21;p15"/>
          <p:cNvPicPr preferRelativeResize="0"/>
          <p:nvPr/>
        </p:nvPicPr>
        <p:blipFill rotWithShape="1">
          <a:blip r:embed="rId2">
            <a:alphaModFix/>
          </a:blip>
          <a:srcRect l="29347" t="38034" r="27328" b="41423"/>
          <a:stretch/>
        </p:blipFill>
        <p:spPr>
          <a:xfrm>
            <a:off x="7715103" y="191625"/>
            <a:ext cx="120789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5"/>
          <p:cNvPicPr preferRelativeResize="0"/>
          <p:nvPr/>
        </p:nvPicPr>
        <p:blipFill rotWithShape="1">
          <a:blip r:embed="rId3">
            <a:alphaModFix/>
          </a:blip>
          <a:srcRect b="91250"/>
          <a:stretch/>
        </p:blipFill>
        <p:spPr>
          <a:xfrm>
            <a:off x="-233923" y="4536315"/>
            <a:ext cx="4627522" cy="57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FE5scgxfa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881b83b2d_0_1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68" name="Google Shape;68;g39881b83b2d_0_158"/>
          <p:cNvSpPr txBox="1"/>
          <p:nvPr/>
        </p:nvSpPr>
        <p:spPr>
          <a:xfrm>
            <a:off x="311700" y="290275"/>
            <a:ext cx="8520600" cy="9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GB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TEAM TECHTONIX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9881b83b2d_0_158"/>
          <p:cNvSpPr txBox="1"/>
          <p:nvPr/>
        </p:nvSpPr>
        <p:spPr>
          <a:xfrm>
            <a:off x="383890" y="1735954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members details: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1.SHRI HARSHUN.L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2.AJITESH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3.SHARVANTH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4.DIKSHITH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5.VAINAVI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6.AVANTHIKA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(GRADE 7 )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881b83b2d_0_1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75" name="Google Shape;75;g39881b83b2d_0_164"/>
          <p:cNvSpPr txBox="1"/>
          <p:nvPr/>
        </p:nvSpPr>
        <p:spPr>
          <a:xfrm>
            <a:off x="311700" y="2869066"/>
            <a:ext cx="8520600" cy="13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GB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the problem statement in your own words: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The increasing human encroachment into wildlife habitats results in heightened Human-Wildlife Conflict. Current barrier solutions, such as electric fences, tragically injure or kill animals, failing to provide a humane or sustainable method for perimeter defense.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6" name="Google Shape;76;g39881b83b2d_0_164"/>
          <p:cNvSpPr txBox="1"/>
          <p:nvPr/>
        </p:nvSpPr>
        <p:spPr>
          <a:xfrm>
            <a:off x="311700" y="337234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of your project: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The Fenceless Patrol: Monitoring the Wild Line.Before They Knock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81b83b2d_0_1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How important it is to solve this problem? What are the pains to be relieved and gains to be created?</a:t>
            </a:r>
            <a:br>
              <a:rPr lang="en-GB" sz="1400">
                <a:solidFill>
                  <a:schemeClr val="dk1"/>
                </a:solidFill>
              </a:rPr>
            </a:br>
            <a:r>
              <a:rPr lang="en-GB" sz="2400" b="1"/>
              <a:t>Relief of Pain:</a:t>
            </a:r>
            <a:r>
              <a:rPr lang="en-GB" sz="2400"/>
              <a:t> The ethical and practical failure of electric fencing as a barrier, which leads to animals being hurt or even dying.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400" b="1"/>
              <a:t>Creation of Gain:</a:t>
            </a:r>
            <a:r>
              <a:rPr lang="en-GB" sz="2400"/>
              <a:t> Establishing a sustainable, real-time "Fenceless Patrol" that utilizes smart technology (drone) to deter conflicts without inflicting harm.</a:t>
            </a:r>
            <a:endParaRPr sz="2400"/>
          </a:p>
        </p:txBody>
      </p:sp>
      <p:sp>
        <p:nvSpPr>
          <p:cNvPr id="82" name="Google Shape;82;g39881b83b2d_0_1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881b83b2d_0_1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Proposed Solution:</a:t>
            </a:r>
            <a:endParaRPr sz="30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800"/>
              <a:t>Our ideology is to have a solar-powered, waterproof drone that patrols the forest. It includes a GPS tracker, speaker, thermal and normal camera, camouflage skin, and a sprayer.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When an animal is spotted, it clicks a picture and sends it to the forest ranger and nearby people immediately.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People choose the animal's name from options related to the image.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drone releases a particular frequency to make the animal go away.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It releases a gas (</a:t>
            </a:r>
            <a:r>
              <a:rPr lang="en-GB" sz="1800" b="1"/>
              <a:t>chloroform</a:t>
            </a:r>
            <a:r>
              <a:rPr lang="en-GB" sz="1800"/>
              <a:t>) from the sprayer to make poachers faint and informs rescuers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1400"/>
          </a:p>
        </p:txBody>
      </p:sp>
      <p:sp>
        <p:nvSpPr>
          <p:cNvPr id="88" name="Google Shape;88;g39881b83b2d_0_1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881b83b2d_0_1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Working:</a:t>
            </a:r>
            <a:endParaRPr sz="30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GB" sz="1400"/>
            </a:br>
            <a:endParaRPr sz="1400"/>
          </a:p>
        </p:txBody>
      </p:sp>
      <p:sp>
        <p:nvSpPr>
          <p:cNvPr id="94" name="Google Shape;94;g39881b83b2d_0_1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95" name="Google Shape;95;g39881b83b2d_0_180"/>
          <p:cNvSpPr txBox="1"/>
          <p:nvPr/>
        </p:nvSpPr>
        <p:spPr>
          <a:xfrm>
            <a:off x="371350" y="1111725"/>
            <a:ext cx="7761300" cy="3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The following is the flow of the working of our idea :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Drone Deploys:</a:t>
            </a:r>
            <a:r>
              <a:rPr lang="en-GB" sz="1500">
                <a:solidFill>
                  <a:schemeClr val="dk1"/>
                </a:solidFill>
              </a:rPr>
              <a:t> Solar-powered drone begins patrolling the forest perimeter (The "Wild Line").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Detection:</a:t>
            </a:r>
            <a:r>
              <a:rPr lang="en-GB" sz="1500">
                <a:solidFill>
                  <a:schemeClr val="dk1"/>
                </a:solidFill>
              </a:rPr>
              <a:t> Drone's thermal/normal camera spots movement (animal or human/poacher).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Identification: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If Animal:</a:t>
            </a:r>
            <a:r>
              <a:rPr lang="en-GB" sz="1500">
                <a:solidFill>
                  <a:schemeClr val="dk1"/>
                </a:solidFill>
              </a:rPr>
              <a:t> Drone clicks picture and sends it to the Forest Ranger/Nearby People (via notification). </a:t>
            </a:r>
            <a:r>
              <a:rPr lang="en-GB" sz="1500" b="1">
                <a:solidFill>
                  <a:schemeClr val="dk1"/>
                </a:solidFill>
              </a:rPr>
              <a:t>--&gt;</a:t>
            </a:r>
            <a:r>
              <a:rPr lang="en-GB" sz="1500">
                <a:solidFill>
                  <a:schemeClr val="dk1"/>
                </a:solidFill>
              </a:rPr>
              <a:t>User selects the animal's name. </a:t>
            </a:r>
            <a:r>
              <a:rPr lang="en-GB" sz="1500" b="1">
                <a:solidFill>
                  <a:schemeClr val="dk1"/>
                </a:solidFill>
              </a:rPr>
              <a:t>--&gt;</a:t>
            </a:r>
            <a:r>
              <a:rPr lang="en-GB" sz="1500">
                <a:solidFill>
                  <a:schemeClr val="dk1"/>
                </a:solidFill>
              </a:rPr>
              <a:t>Drone releases specific harmless frequency. </a:t>
            </a:r>
            <a:r>
              <a:rPr lang="en-GB" sz="1500" b="1">
                <a:solidFill>
                  <a:schemeClr val="dk1"/>
                </a:solidFill>
              </a:rPr>
              <a:t>--&gt;</a:t>
            </a:r>
            <a:r>
              <a:rPr lang="en-GB" sz="1500">
                <a:solidFill>
                  <a:schemeClr val="dk1"/>
                </a:solidFill>
              </a:rPr>
              <a:t>Animal is safely deterred/moves away.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If Poacher/Intruder:</a:t>
            </a:r>
            <a:r>
              <a:rPr lang="en-GB" sz="1500">
                <a:solidFill>
                  <a:schemeClr val="dk1"/>
                </a:solidFill>
              </a:rPr>
              <a:t> Drone releases gas (Chloroform) from the sprayer. </a:t>
            </a:r>
            <a:r>
              <a:rPr lang="en-GB" sz="1500" b="1">
                <a:solidFill>
                  <a:schemeClr val="dk1"/>
                </a:solidFill>
              </a:rPr>
              <a:t>--&gt;</a:t>
            </a:r>
            <a:r>
              <a:rPr lang="en-GB" sz="1500">
                <a:solidFill>
                  <a:schemeClr val="dk1"/>
                </a:solidFill>
              </a:rPr>
              <a:t>Poacher faints. </a:t>
            </a:r>
            <a:r>
              <a:rPr lang="en-GB" sz="1500" b="1">
                <a:solidFill>
                  <a:schemeClr val="dk1"/>
                </a:solidFill>
              </a:rPr>
              <a:t>--&gt;</a:t>
            </a:r>
            <a:r>
              <a:rPr lang="en-GB" sz="1500">
                <a:solidFill>
                  <a:schemeClr val="dk1"/>
                </a:solidFill>
              </a:rPr>
              <a:t>Drone sends alert to Rescuers/Forest Ranger with GPS location. </a:t>
            </a:r>
            <a:r>
              <a:rPr lang="en-GB" sz="1500" b="1">
                <a:solidFill>
                  <a:schemeClr val="dk1"/>
                </a:solidFill>
              </a:rPr>
              <a:t>--&gt;</a:t>
            </a:r>
            <a:r>
              <a:rPr lang="en-GB" sz="1500">
                <a:solidFill>
                  <a:schemeClr val="dk1"/>
                </a:solidFill>
              </a:rPr>
              <a:t>Poachers are apprehended.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Continuous Patrol:</a:t>
            </a:r>
            <a:r>
              <a:rPr lang="en-GB" sz="1500">
                <a:solidFill>
                  <a:schemeClr val="dk1"/>
                </a:solidFill>
              </a:rPr>
              <a:t> Drone resumes patrolling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881b83b2d_0_1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Technological stack of your solution:</a:t>
            </a:r>
            <a:endParaRPr sz="30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GB" sz="1400"/>
            </a:br>
            <a:r>
              <a:rPr lang="en-GB" sz="1700"/>
              <a:t>HARDWARE: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700"/>
              <a:t>Micro bit controller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700"/>
              <a:t>Arduino board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700"/>
              <a:t>Drone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700"/>
              <a:t>Camera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700"/>
              <a:t>SOFTWARE: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700"/>
              <a:t>Tinker cad-Arduino simulation</a:t>
            </a:r>
            <a:endParaRPr sz="1700"/>
          </a:p>
        </p:txBody>
      </p:sp>
      <p:sp>
        <p:nvSpPr>
          <p:cNvPr id="101" name="Google Shape;101;g39881b83b2d_0_1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881b83b2d_0_1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Novelty of your project:</a:t>
            </a:r>
            <a:endParaRPr sz="30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/>
          </a:p>
        </p:txBody>
      </p:sp>
      <p:sp>
        <p:nvSpPr>
          <p:cNvPr id="107" name="Google Shape;107;g39881b83b2d_0_190"/>
          <p:cNvSpPr txBox="1"/>
          <p:nvPr/>
        </p:nvSpPr>
        <p:spPr>
          <a:xfrm>
            <a:off x="386080" y="1145540"/>
            <a:ext cx="759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9881b83b2d_0_1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09" name="Google Shape;109;g39881b83b2d_0_190"/>
          <p:cNvSpPr txBox="1"/>
          <p:nvPr/>
        </p:nvSpPr>
        <p:spPr>
          <a:xfrm>
            <a:off x="125100" y="1314700"/>
            <a:ext cx="8893800" cy="28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The novelty is how our solution directly addresses the problem of harmful fences while providing a multi-layered, autonomous response.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Key Novelty Points:</a:t>
            </a:r>
            <a:endParaRPr sz="1600" b="1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 b="1">
                <a:solidFill>
                  <a:schemeClr val="dk1"/>
                </a:solidFill>
              </a:rPr>
              <a:t>Fenceless and Harmless Deterrence:</a:t>
            </a:r>
            <a:r>
              <a:rPr lang="en-GB" sz="1600">
                <a:solidFill>
                  <a:schemeClr val="dk1"/>
                </a:solidFill>
              </a:rPr>
              <a:t> It replaces harmful electric fences with a mobile, non-lethal, frequency-based animal deterrent ("Fenceless Patrol").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 b="1">
                <a:solidFill>
                  <a:schemeClr val="dk1"/>
                </a:solidFill>
              </a:rPr>
              <a:t>Dual-Functionality:</a:t>
            </a:r>
            <a:r>
              <a:rPr lang="en-GB" sz="1600">
                <a:solidFill>
                  <a:schemeClr val="dk1"/>
                </a:solidFill>
              </a:rPr>
              <a:t> It can safely manage animal-human encroachment </a:t>
            </a:r>
            <a:r>
              <a:rPr lang="en-GB" sz="1600" i="1">
                <a:solidFill>
                  <a:schemeClr val="dk1"/>
                </a:solidFill>
              </a:rPr>
              <a:t>and</a:t>
            </a:r>
            <a:r>
              <a:rPr lang="en-GB" sz="1600">
                <a:solidFill>
                  <a:schemeClr val="dk1"/>
                </a:solidFill>
              </a:rPr>
              <a:t> neutralize human threats (poachers) autonomously.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 b="1">
                <a:solidFill>
                  <a:schemeClr val="dk1"/>
                </a:solidFill>
              </a:rPr>
              <a:t>Solar-Powered Autonomy:</a:t>
            </a:r>
            <a:r>
              <a:rPr lang="en-GB" sz="1600">
                <a:solidFill>
                  <a:schemeClr val="dk1"/>
                </a:solidFill>
              </a:rPr>
              <a:t> It uses solar energy for continuous, long-range patrolling, reducing the need for constant human intervention or charging.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881b83b2d_0_1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Application of your Proposed Solution: </a:t>
            </a:r>
            <a:endParaRPr sz="3000" b="1"/>
          </a:p>
        </p:txBody>
      </p:sp>
      <p:sp>
        <p:nvSpPr>
          <p:cNvPr id="115" name="Google Shape;115;g39881b83b2d_0_196"/>
          <p:cNvSpPr txBox="1"/>
          <p:nvPr/>
        </p:nvSpPr>
        <p:spPr>
          <a:xfrm>
            <a:off x="408305" y="1100455"/>
            <a:ext cx="77043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We focus on the following target beneficiaries: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Forest Departments/Rangers:</a:t>
            </a:r>
            <a:r>
              <a:rPr lang="en-GB">
                <a:solidFill>
                  <a:schemeClr val="dk1"/>
                </a:solidFill>
              </a:rPr>
              <a:t> Our idea provides real-time data and automated initial response, increasing their operational efficiency.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Wildlife/Animals:</a:t>
            </a:r>
            <a:r>
              <a:rPr lang="en-GB">
                <a:solidFill>
                  <a:schemeClr val="dk1"/>
                </a:solidFill>
              </a:rPr>
              <a:t> It prevents injury or death caused by traditional fences.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Local Communities/Farmers:</a:t>
            </a:r>
            <a:r>
              <a:rPr lang="en-GB">
                <a:solidFill>
                  <a:schemeClr val="dk1"/>
                </a:solidFill>
              </a:rPr>
              <a:t> It protects human property and life from encroachment without resorting to harmful measures.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Scope for Scaling Up: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Deploying a </a:t>
            </a:r>
            <a:r>
              <a:rPr lang="en-GB" b="1">
                <a:solidFill>
                  <a:schemeClr val="dk1"/>
                </a:solidFill>
              </a:rPr>
              <a:t>swarm of drones</a:t>
            </a:r>
            <a:r>
              <a:rPr lang="en-GB">
                <a:solidFill>
                  <a:schemeClr val="dk1"/>
                </a:solidFill>
              </a:rPr>
              <a:t> over vast forest areas for complete perimeter coverage.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Integrating </a:t>
            </a:r>
            <a:r>
              <a:rPr lang="en-GB" b="1">
                <a:solidFill>
                  <a:schemeClr val="dk1"/>
                </a:solidFill>
              </a:rPr>
              <a:t>AI/Machine Learning</a:t>
            </a:r>
            <a:r>
              <a:rPr lang="en-GB">
                <a:solidFill>
                  <a:schemeClr val="dk1"/>
                </a:solidFill>
              </a:rPr>
              <a:t> for automatic animal identification (removing the manual user selection step).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Integrating with existing </a:t>
            </a:r>
            <a:r>
              <a:rPr lang="en-GB" b="1">
                <a:solidFill>
                  <a:schemeClr val="dk1"/>
                </a:solidFill>
              </a:rPr>
              <a:t>national forest monitoring systems</a:t>
            </a:r>
            <a:r>
              <a:rPr lang="en-GB">
                <a:solidFill>
                  <a:schemeClr val="dk1"/>
                </a:solidFill>
              </a:rPr>
              <a:t> for unified data sharing.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/>
          </a:p>
        </p:txBody>
      </p:sp>
      <p:sp>
        <p:nvSpPr>
          <p:cNvPr id="116" name="Google Shape;116;g39881b83b2d_0_1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881b83b2d_0_2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Dependencies of your solution: </a:t>
            </a:r>
            <a:br>
              <a:rPr lang="en-GB" sz="3000" b="1"/>
            </a:br>
            <a:br>
              <a:rPr lang="en-GB" sz="3000" b="1"/>
            </a:br>
            <a:endParaRPr sz="3000" b="1"/>
          </a:p>
        </p:txBody>
      </p:sp>
      <p:sp>
        <p:nvSpPr>
          <p:cNvPr id="122" name="Google Shape;122;g39881b83b2d_0_202"/>
          <p:cNvSpPr txBox="1"/>
          <p:nvPr/>
        </p:nvSpPr>
        <p:spPr>
          <a:xfrm>
            <a:off x="396875" y="1106798"/>
            <a:ext cx="8312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Practical Difficulties/Limitations: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Legality of Chemical Use:</a:t>
            </a:r>
            <a:r>
              <a:rPr lang="en-GB" sz="1600">
                <a:solidFill>
                  <a:schemeClr val="dk1"/>
                </a:solidFill>
              </a:rPr>
              <a:t> The use of </a:t>
            </a:r>
            <a:r>
              <a:rPr lang="en-GB" sz="1600" b="1">
                <a:solidFill>
                  <a:schemeClr val="dk1"/>
                </a:solidFill>
              </a:rPr>
              <a:t>Chloroform</a:t>
            </a:r>
            <a:r>
              <a:rPr lang="en-GB" sz="1600">
                <a:solidFill>
                  <a:schemeClr val="dk1"/>
                </a:solidFill>
              </a:rPr>
              <a:t> on poachers might face severe legal, ethical, and safety restrictions. (This is the biggest dependency/limitation).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Signal Strength:</a:t>
            </a:r>
            <a:r>
              <a:rPr lang="en-GB" sz="1600">
                <a:solidFill>
                  <a:schemeClr val="dk1"/>
                </a:solidFill>
              </a:rPr>
              <a:t> Reliable GPS and data transmission (for sending images/notifications) is dependent on good network coverage in remote forest areas.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Weather:</a:t>
            </a:r>
            <a:r>
              <a:rPr lang="en-GB" sz="1600">
                <a:solidFill>
                  <a:schemeClr val="dk1"/>
                </a:solidFill>
              </a:rPr>
              <a:t> Although waterproof, continuous operation may be limited by severe weather (heavy rain, strong winds).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Battery Life/Solar Efficiency:</a:t>
            </a:r>
            <a:r>
              <a:rPr lang="en-GB" sz="1600">
                <a:solidFill>
                  <a:schemeClr val="dk1"/>
                </a:solidFill>
              </a:rPr>
              <a:t> Operations during the night or long periods without sun will depend entirely on battery capacity.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3" name="Google Shape;123;g39881b83b2d_0_2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81b83b2d_0_2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 b="1"/>
              <a:t>Components used:</a:t>
            </a:r>
            <a:endParaRPr sz="3000" b="1"/>
          </a:p>
        </p:txBody>
      </p:sp>
      <p:sp>
        <p:nvSpPr>
          <p:cNvPr id="129" name="Google Shape;129;g39881b83b2d_0_2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130" name="Google Shape;130;g39881b83b2d_0_208"/>
          <p:cNvSpPr txBox="1"/>
          <p:nvPr/>
        </p:nvSpPr>
        <p:spPr>
          <a:xfrm>
            <a:off x="396875" y="1106805"/>
            <a:ext cx="3477300" cy="3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solidFill>
                  <a:schemeClr val="dk1"/>
                </a:solidFill>
              </a:rPr>
              <a:t>Core Components: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Drone Frame/Chassis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Solar Panels (for charging)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Micro bit controller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Arduino board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GPS Tracker Module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Speaker/Sound Emitter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Thermal Camera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/>
              <a:t>Normal Camera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/>
              <a:t>Sprayer Mechanism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/>
              <a:t>Camouflage Skin/Casing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81b83b2d_0_2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500" b="1"/>
              <a:t>YouTube link for Project demo</a:t>
            </a:r>
            <a:endParaRPr sz="3500"/>
          </a:p>
        </p:txBody>
      </p:sp>
      <p:sp>
        <p:nvSpPr>
          <p:cNvPr id="136" name="Google Shape;136;g39881b83b2d_0_2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500"/>
              <a:t>12</a:t>
            </a:fld>
            <a:endParaRPr sz="1500"/>
          </a:p>
        </p:txBody>
      </p:sp>
      <p:sp>
        <p:nvSpPr>
          <p:cNvPr id="137" name="Google Shape;137;g39881b83b2d_0_214"/>
          <p:cNvSpPr/>
          <p:nvPr/>
        </p:nvSpPr>
        <p:spPr>
          <a:xfrm>
            <a:off x="452493" y="1201537"/>
            <a:ext cx="569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900" u="sng">
                <a:solidFill>
                  <a:schemeClr val="hlink"/>
                </a:solidFill>
                <a:hlinkClick r:id="rId3"/>
              </a:rPr>
              <a:t>https://www.youtube.com/watch?v=KFE5scgxfak</a:t>
            </a:r>
            <a:r>
              <a:rPr lang="en-GB" sz="1900"/>
              <a:t> </a:t>
            </a:r>
            <a:endParaRPr sz="19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881b83b2d_0_220"/>
          <p:cNvSpPr txBox="1">
            <a:spLocks noGrp="1"/>
          </p:cNvSpPr>
          <p:nvPr>
            <p:ph type="title"/>
          </p:nvPr>
        </p:nvSpPr>
        <p:spPr>
          <a:xfrm>
            <a:off x="311700" y="1763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6600" b="1"/>
              <a:t>Thank you</a:t>
            </a:r>
            <a:endParaRPr/>
          </a:p>
        </p:txBody>
      </p:sp>
      <p:sp>
        <p:nvSpPr>
          <p:cNvPr id="143" name="Google Shape;143;g39881b83b2d_0_2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On-screen Show (16:9)</PresentationFormat>
  <Paragraphs>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PowerPoint Presentation</vt:lpstr>
      <vt:lpstr>PowerPoint Presentation</vt:lpstr>
      <vt:lpstr>PowerPoint Presentation</vt:lpstr>
      <vt:lpstr>How important it is to solve this problem? What are the pains to be relieved and gains to be created? Relief of Pain: The ethical and practical failure of electric fencing as a barrier, which leads to animals being hurt or even dying. Creation of Gain: Establishing a sustainable, real-time "Fenceless Patrol" that utilizes smart technology (drone) to deter conflicts without inflicting harm.</vt:lpstr>
      <vt:lpstr>Proposed Solution:  Our ideology is to have a solar-powered, waterproof drone that patrols the forest. It includes a GPS tracker, speaker, thermal and normal camera, camouflage skin, and a sprayer. When an animal is spotted, it clicks a picture and sends it to the forest ranger and nearby people immediately. People choose the animal's name from options related to the image. The drone releases a particular frequency to make the animal go away. It releases a gas (chloroform) from the sprayer to make poachers faint and informs rescuers </vt:lpstr>
      <vt:lpstr>Working:  </vt:lpstr>
      <vt:lpstr>Technological stack of your solution:  HARDWARE: Micro bit controller Arduino board Drone Camera   SOFTWARE: Tinker cad-Arduino simulation</vt:lpstr>
      <vt:lpstr>Novelty of your project: </vt:lpstr>
      <vt:lpstr>Application of your Proposed Solution: </vt:lpstr>
      <vt:lpstr>Dependencies of your solution:   </vt:lpstr>
      <vt:lpstr>Components used:</vt:lpstr>
      <vt:lpstr>YouTube link for Project 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Navaneethakrishnan Ramanathan</dc:creator>
  <cp:lastModifiedBy>Jay S</cp:lastModifiedBy>
  <cp:revision>1</cp:revision>
  <dcterms:created xsi:type="dcterms:W3CDTF">2020-03-02T12:20:39Z</dcterms:created>
  <dcterms:modified xsi:type="dcterms:W3CDTF">2025-12-08T03:32:11Z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